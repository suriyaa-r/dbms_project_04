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24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CA264-3D60-42FB-A5DB-83488848F2D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F1736-109E-4C97-867C-4E53CDD5E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46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1736-109E-4C97-867C-4E53CDD5EE7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22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11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12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0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11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9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70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49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3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9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4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ADAA922-ACD3-49A2-8699-A995E34EF70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E29B03-E491-43A4-A438-070B601ACC2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46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CD83-D7A4-3385-DD59-97383F5D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80" y="1889584"/>
            <a:ext cx="10048240" cy="1450757"/>
          </a:xfrm>
        </p:spPr>
        <p:txBody>
          <a:bodyPr anchor="ctr" anchorCtr="0"/>
          <a:lstStyle/>
          <a:p>
            <a:pPr algn="ctr"/>
            <a:r>
              <a:rPr lang="en-IN" dirty="0"/>
              <a:t>INVENTORY MANAGEMENT</a:t>
            </a:r>
            <a:br>
              <a:rPr lang="en-IN" dirty="0"/>
            </a:br>
            <a:r>
              <a:rPr lang="en-IN" dirty="0"/>
              <a:t>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33933-0E8D-126D-0A0C-8524804E060A}"/>
              </a:ext>
            </a:extLst>
          </p:cNvPr>
          <p:cNvSpPr txBox="1"/>
          <p:nvPr/>
        </p:nvSpPr>
        <p:spPr>
          <a:xfrm>
            <a:off x="7589520" y="4267201"/>
            <a:ext cx="4602480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/>
              <a:t>GUIDED BY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A.MALARMANNAN M.E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0871-ED41-A072-95E5-5B0206F23C27}"/>
              </a:ext>
            </a:extLst>
          </p:cNvPr>
          <p:cNvSpPr txBox="1"/>
          <p:nvPr/>
        </p:nvSpPr>
        <p:spPr>
          <a:xfrm>
            <a:off x="176981" y="3540760"/>
            <a:ext cx="5604059" cy="245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dirty="0"/>
              <a:t>SABARINATH R (2403811720521047)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SAKTHI DARSHAN K (2403811720521049)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SUDHAN A  (2403811720521053)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SURIYAA R (2403811720521054)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C5BAF-60B4-ABCC-F41F-27A57942380D}"/>
              </a:ext>
            </a:extLst>
          </p:cNvPr>
          <p:cNvSpPr txBox="1"/>
          <p:nvPr/>
        </p:nvSpPr>
        <p:spPr>
          <a:xfrm>
            <a:off x="2204720" y="488837"/>
            <a:ext cx="6873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K.RAMAKRISHNAN COLLEGE OF TECHNOLOGY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E0A94-6214-905F-A965-D9E56C84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9" y="57526"/>
            <a:ext cx="1262964" cy="1631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EF1096-AC42-3FEC-90B4-F14A58B32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81" y="334501"/>
            <a:ext cx="1496695" cy="9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7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C109-7D47-B82A-F480-A2F3BBA7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9885F-B8BE-95CE-6CB0-AC8C66778492}"/>
              </a:ext>
            </a:extLst>
          </p:cNvPr>
          <p:cNvSpPr txBox="1"/>
          <p:nvPr/>
        </p:nvSpPr>
        <p:spPr>
          <a:xfrm>
            <a:off x="448235" y="2169459"/>
            <a:ext cx="113851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Many organizations struggle to track stock, suppliers, and sales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Poorly structured databases lead to data redundancy and inconsistency.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Manual or unorganized systems cause delays in retrieving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Difficulty in generating reports and monitoring inventory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Need for a structured database system to ensure accuracy and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87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1E1-0339-E87D-6CE3-7577DFF3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0154A-EE73-6DCA-9A71-A0CACA7C89DE}"/>
              </a:ext>
            </a:extLst>
          </p:cNvPr>
          <p:cNvSpPr txBox="1"/>
          <p:nvPr/>
        </p:nvSpPr>
        <p:spPr>
          <a:xfrm>
            <a:off x="125506" y="2259106"/>
            <a:ext cx="1124174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Design a structured database for inventory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Maintain accurate records of products, suppliers, and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Reduce data redundancy and improve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Enable fast and efficient data retrieval using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Provide reliable reports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988179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76D6-FC6C-3F0C-EB32-F56B4E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57059-A984-4269-BFE1-41EC694591AB}"/>
              </a:ext>
            </a:extLst>
          </p:cNvPr>
          <p:cNvSpPr txBox="1"/>
          <p:nvPr/>
        </p:nvSpPr>
        <p:spPr>
          <a:xfrm>
            <a:off x="1097280" y="2043953"/>
            <a:ext cx="10058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/>
              <a:t>Hardware</a:t>
            </a:r>
            <a:endParaRPr lang="en-IN" sz="2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Computer with minimum 4GB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Storage: 500GB HDD/SSD</a:t>
            </a:r>
          </a:p>
          <a:p>
            <a:endParaRPr lang="en-IN" sz="2700" dirty="0"/>
          </a:p>
          <a:p>
            <a:r>
              <a:rPr lang="en-IN" sz="2700" b="1" dirty="0"/>
              <a:t>Software</a:t>
            </a:r>
            <a:endParaRPr lang="en-IN" sz="2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DBMS: MySQL / Oracle /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Frontend: Java / Python / Web Interface (if used)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Operating System: Windows / Linux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0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FCED-9BFD-D13B-71CE-E320FC7D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E39D8-02F4-D3AE-C06F-CC2404299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8" y="1948375"/>
            <a:ext cx="6198577" cy="413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9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BA8C-C6EB-A507-C0CF-4D3202A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Schema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50324-AD2D-7AED-8CAF-FCBC3FEB79B7}"/>
              </a:ext>
            </a:extLst>
          </p:cNvPr>
          <p:cNvSpPr txBox="1"/>
          <p:nvPr/>
        </p:nvSpPr>
        <p:spPr>
          <a:xfrm>
            <a:off x="645459" y="2277035"/>
            <a:ext cx="1109830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1" dirty="0"/>
              <a:t>Product</a:t>
            </a:r>
            <a:r>
              <a:rPr lang="en-US" sz="2700" dirty="0"/>
              <a:t> (</a:t>
            </a:r>
            <a:r>
              <a:rPr lang="en-US" sz="2700" dirty="0" err="1"/>
              <a:t>ProductID</a:t>
            </a:r>
            <a:r>
              <a:rPr lang="en-US" sz="2700" dirty="0"/>
              <a:t>, Name, Category, Price, Quantity)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1" dirty="0"/>
              <a:t>Supplier</a:t>
            </a:r>
            <a:r>
              <a:rPr lang="en-US" sz="2700" dirty="0"/>
              <a:t> (</a:t>
            </a:r>
            <a:r>
              <a:rPr lang="en-US" sz="2700" dirty="0" err="1"/>
              <a:t>SupplierID</a:t>
            </a:r>
            <a:r>
              <a:rPr lang="en-US" sz="2700" dirty="0"/>
              <a:t>, Name, Contact, Address)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700" b="1" dirty="0"/>
              <a:t>Transaction</a:t>
            </a:r>
            <a:r>
              <a:rPr lang="fr-FR" sz="2700" dirty="0"/>
              <a:t> (</a:t>
            </a:r>
            <a:r>
              <a:rPr lang="fr-FR" sz="2700" dirty="0" err="1"/>
              <a:t>TransactionID</a:t>
            </a:r>
            <a:r>
              <a:rPr lang="fr-FR" sz="2700" dirty="0"/>
              <a:t>, </a:t>
            </a:r>
            <a:r>
              <a:rPr lang="fr-FR" sz="2700" dirty="0" err="1"/>
              <a:t>ProductID</a:t>
            </a:r>
            <a:r>
              <a:rPr lang="fr-FR" sz="2700" dirty="0"/>
              <a:t>, Date, </a:t>
            </a:r>
            <a:r>
              <a:rPr lang="fr-FR" sz="2700" dirty="0" err="1"/>
              <a:t>Quantity</a:t>
            </a:r>
            <a:r>
              <a:rPr lang="fr-FR" sz="2700" dirty="0"/>
              <a:t>, Type)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b="1" dirty="0"/>
              <a:t>Inventory</a:t>
            </a:r>
            <a:r>
              <a:rPr lang="en-IN" sz="2700" dirty="0"/>
              <a:t> (</a:t>
            </a:r>
            <a:r>
              <a:rPr lang="en-IN" sz="2700" dirty="0" err="1"/>
              <a:t>InventoryID</a:t>
            </a:r>
            <a:r>
              <a:rPr lang="en-IN" sz="2700" dirty="0"/>
              <a:t>, </a:t>
            </a:r>
            <a:r>
              <a:rPr lang="en-IN" sz="2700" dirty="0" err="1"/>
              <a:t>ProductID</a:t>
            </a:r>
            <a:r>
              <a:rPr lang="en-IN" sz="2700" dirty="0"/>
              <a:t>, </a:t>
            </a:r>
            <a:r>
              <a:rPr lang="en-IN" sz="2700" dirty="0" err="1"/>
              <a:t>StockLevel</a:t>
            </a:r>
            <a:r>
              <a:rPr lang="en-IN" sz="27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b="1" dirty="0"/>
              <a:t>Customer</a:t>
            </a:r>
            <a:r>
              <a:rPr lang="en-IN" sz="2700" dirty="0"/>
              <a:t> (</a:t>
            </a:r>
            <a:r>
              <a:rPr lang="en-IN" sz="2700" dirty="0" err="1"/>
              <a:t>CustomerID,CustomerName,Email,Phone</a:t>
            </a:r>
            <a:r>
              <a:rPr lang="en-IN" sz="27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041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0373-B0E5-D970-7C55-82363D7B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EE2C5-EBF3-1D90-2260-3775E969E554}"/>
              </a:ext>
            </a:extLst>
          </p:cNvPr>
          <p:cNvSpPr txBox="1"/>
          <p:nvPr/>
        </p:nvSpPr>
        <p:spPr>
          <a:xfrm>
            <a:off x="394447" y="2312894"/>
            <a:ext cx="1145689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1" dirty="0"/>
              <a:t>1NF:</a:t>
            </a:r>
            <a:r>
              <a:rPr lang="en-US" sz="2700" dirty="0"/>
              <a:t> Removed repeating groups and ensured atomic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1" dirty="0"/>
              <a:t>2NF:</a:t>
            </a:r>
            <a:r>
              <a:rPr lang="en-US" sz="2700" dirty="0"/>
              <a:t> Eliminated partial dependency by separating related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b="1" dirty="0"/>
              <a:t>3NF:</a:t>
            </a:r>
            <a:r>
              <a:rPr lang="en-US" sz="2700" dirty="0"/>
              <a:t> Removed transitive dependency and ensured non-key attributes depend only on primary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Result: Reduced redundancy and improved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257718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4248-5E0C-DF21-CD80-B2B5D12F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Implementation &amp; 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CB5C6-21C6-2A58-4C72-F3F67519F513}"/>
              </a:ext>
            </a:extLst>
          </p:cNvPr>
          <p:cNvSpPr txBox="1"/>
          <p:nvPr/>
        </p:nvSpPr>
        <p:spPr>
          <a:xfrm>
            <a:off x="286872" y="2277035"/>
            <a:ext cx="116182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CREATE TABLE statements for all entities.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INSERT queries for sample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SELECT queries for retrieving product and stock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UPDATE queries for modifying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DELETE queries for removing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700" dirty="0"/>
              <a:t>JOIN queries to combine product, supplier, and transaction information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743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A07A-599B-4663-12CF-3FB1CCF7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0A58D-2027-D31C-C1F7-C6F6514099D7}"/>
              </a:ext>
            </a:extLst>
          </p:cNvPr>
          <p:cNvSpPr txBox="1"/>
          <p:nvPr/>
        </p:nvSpPr>
        <p:spPr>
          <a:xfrm>
            <a:off x="251012" y="2133600"/>
            <a:ext cx="1167204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Database system improves inventory tracking accuracy.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Reduces manual effort and data duplication.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00" dirty="0"/>
              <a:t>Enables quick report generation and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Provides scalable and efficient inventory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Suitable for small, medium, and large organizations.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7962962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372</Words>
  <Application>Microsoft Office PowerPoint</Application>
  <PresentationFormat>Widescreen</PresentationFormat>
  <Paragraphs>55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INVENTORY MANAGEMENT SYSTEM</vt:lpstr>
      <vt:lpstr>Problem Definition</vt:lpstr>
      <vt:lpstr>Objectives of the Project</vt:lpstr>
      <vt:lpstr>System Requirements</vt:lpstr>
      <vt:lpstr>ER Diagram</vt:lpstr>
      <vt:lpstr>Relational Schema</vt:lpstr>
      <vt:lpstr>Normalization</vt:lpstr>
      <vt:lpstr>SQL Implementation &amp; Queries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creator>Malarmannan</dc:creator>
  <cp:lastModifiedBy>devilsuriyaa7777@gmail.com</cp:lastModifiedBy>
  <cp:revision>4</cp:revision>
  <dcterms:created xsi:type="dcterms:W3CDTF">2026-02-07T14:22:29Z</dcterms:created>
  <dcterms:modified xsi:type="dcterms:W3CDTF">2026-02-18T15:04:04Z</dcterms:modified>
</cp:coreProperties>
</file>